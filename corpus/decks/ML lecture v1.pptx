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learning rate sets the step size; too large and it diverges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Agenda: linear regression, gradient descent,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Fit a line y = wx + b by minimising the squared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 the weights by stepping against the gradient of the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Office hours: Tuesday 3 to 5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Personal Search Vault (generated)</dc:creator>
  <cp:keywords/>
  <dc:description>generated using python-pptx</dc:description>
  <cp:lastModifiedBy>Steve Canny</cp:lastModifiedBy>
  <cp:revision>1</cp:revision>
  <dcterms:created xsi:type="dcterms:W3CDTF">2026-09-01T09:00:00Z</dcterms:created>
  <dcterms:modified xsi:type="dcterms:W3CDTF">2026-09-01T09:00:00Z</dcterms:modified>
  <cp:category/>
</cp:coreProperties>
</file>