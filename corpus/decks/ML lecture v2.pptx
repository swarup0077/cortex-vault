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beta = 0.9 is a common default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Agenda: loss functions, linear regression, gradient descent with momentum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 squared error for regression, cross-entropy for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Fit a line y = wx + b by minimising the squared error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 with momentum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Momentum keeps a running average of past gradients, so updates roll through flat regions and damp oscillations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the loss for the task; tune the learning rate first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Personal Search Vault (generated)</dc:creator>
  <cp:keywords/>
  <dc:description>generated using python-pptx</dc:description>
  <cp:lastModifiedBy>Steve Canny</cp:lastModifiedBy>
  <cp:revision>1</cp:revision>
  <dcterms:created xsi:type="dcterms:W3CDTF">2026-09-22T09:00:00Z</dcterms:created>
  <dcterms:modified xsi:type="dcterms:W3CDTF">2026-09-22T09:00:00Z</dcterms:modified>
  <cp:category/>
</cp:coreProperties>
</file>