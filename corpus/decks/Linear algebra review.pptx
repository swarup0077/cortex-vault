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matrix has an SVD, even a non-square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 and norms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L2 norm is the square root of the sum of squares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 i of A times column j of B gives entry (i, j) of 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Eigenvalues and eigenvectors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 = lambda v: the direction of v does not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SVD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= U Sigma V^T; the singular values are the square roots of the eigenvalues of A^T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Low-rank approximation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the k largest singular values to compress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Personal Search Vault (generated)</dc:creator>
  <cp:keywords/>
  <dc:description>generated using python-pptx</dc:description>
  <cp:lastModifiedBy>Steve Canny</cp:lastModifiedBy>
  <cp:revision>1</cp:revision>
  <dcterms:created xsi:type="dcterms:W3CDTF">2026-09-12T09:00:00Z</dcterms:created>
  <dcterms:modified xsi:type="dcterms:W3CDTF">2026-09-12T09:00:00Z</dcterms:modified>
  <cp:category/>
</cp:coreProperties>
</file>